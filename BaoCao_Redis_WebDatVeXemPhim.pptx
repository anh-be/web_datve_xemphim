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800" b="1">
                <a:solidFill>
                  <a:srgbClr val="E11D48"/>
                </a:solidFill>
                <a:latin typeface="Segoe UI"/>
              </a:defRPr>
            </a:pPr>
            <a:r>
              <a:t>ỨNG DỤNG REDIS CACHING</a:t>
            </a:r>
          </a:p>
          <a:p>
            <a:pPr algn="l">
              <a:spcAft>
                <a:spcPts val="2400"/>
              </a:spcAft>
              <a:defRPr sz="2400">
                <a:solidFill>
                  <a:srgbClr val="F59E0B"/>
                </a:solidFill>
                <a:latin typeface="Segoe UI"/>
              </a:defRPr>
            </a:pPr>
            <a:r>
              <a:t>Trong Hệ Thống Đặt Vé Xem Phim Movana Cinema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Sinh viên thực hiện: Lê Ngọc Anh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Môn học: Cơ sở dữ liệu NoSQL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GIỚI THIỆU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Tại Sao Hệ Thống Cần Dùng Redis?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Thách thức của cơ sở dữ liệu truyền thống: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Ổ cứng (I/O Disk) bị nghẽn khi có hàng ngàn người truy cập cùng lúc.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Rất khó xử lý cơ chế tự động xóa dữ liệu tạm như Session, mã OTP.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Tranh chấp ghế ngồi (Race Condition) dễ xảy ra nếu chỉ dùng SQL Lock thông thường.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Segoe UI"/>
              </a:defRPr>
            </a:pPr>
            <a:r>
              <a:t>Giải pháp tối ưu từ Redis Cache (RAM):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In-Memory Database: Phản hồi cực nhanh dưới 1ms.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Hỗ trợ tính năng TTL (Time-To-Live): Tự động giải phóng bộ nhớ khi hết hạn.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Xử lý đơn luồng (Single-threaded): Loại bỏ hoàn toàn tranh chấp thông qua atomic 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TÍNH NĂNG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1. Khóa Ghế Tạm Thời (Atomic Seat Lock)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Khi chọn ghế trên sơ đồ, ghế sẽ bị khóa tạm thời trong 90 giây.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Sử dụng cờ NX (Not Exists): Đảm bảo chỉ người đầu tiên gửi yêu cầu mới khóa được ghế.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Ngăn chặn triệt để tình trạng 2 khách hàng thanh toán trùng 1 ghế.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Khóa ghế 15 suất chiếu 102 cho Khách 5 trong 90s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SET seatlock:102:15 "Customer_5" NX EX 90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Kiểm tra thời gian giữ ghế còn lại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TTL seatlock:102:15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Giải phóng khóa ghế (hủy chọn hoặc thanh toán xong)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DEL seatlock:102:15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TÍNH NĂNG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2. Giỏ Hàng Thanh Toán (Payment Cart)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Lưu giữ tạm thời các vé đã chọn và tổng tiền chờ thanh toán.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Giảm tải cho SQL Server bằng cách không ghi giỏ hàng nháp vào ổ cứng.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Giỏ hàng tự hủy sau 10 phút nếu khách hàng không hoàn tất hóa đơn.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Tạo giỏ hàng có cấu trúc của người dùng 'le_ngoc_anh'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HSET cart:le_ngoc_anh lichChieuId "102" danhSachGhe "15,16" tongTien "180000"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Giới hạn thời gian tồn tại của giỏ hàng là 10 phút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EXPIRE cart:le_ngoc_anh 600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Đọc thông tin giỏ hàng để hiển thị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HGETALL cart:le_ngoc_anh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TÍNH NĂNG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3. Xác Thực OTP Giao Dịch Qua Gmail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Khi thanh toán, hệ thống sinh OTP 6 số, gửi mail thật qua Gmail SMTP.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OTP được lưu trên Redis và cài đặt thời hạn hủy tự động trong 2 phút.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Xóa mã ngay sau khi đối chiếu khớp nhằm chống tấn công lặp lại (Anti-Replay).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Lưu mã OTP '849201' đếm ngược trong 2 phút (120s)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SET otp:checkout:le_ngoc_anh "849201" EX 120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Đọc mã đối chiếu khi người dùng nhập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GET otp:checkout:le_ngoc_anh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Xóa mã lập tức sau khi xác thực thành công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DEL otp:checkout:le_ngoc_anh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TÍNH NĂNG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4. Quản Lý Session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Mục đích hoạt động: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Lưu trữ trạng thái đăng nhập, phân quyền, họ tên người dùng.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Tránh việc gọi truy vấn SQL Server liên tục mỗi khi người dùng đổi trang.</a:t>
            </a:r>
          </a:p>
          <a:p>
            <a:pPr>
              <a:spcAft>
                <a:spcPts val="800"/>
              </a:spcAft>
              <a:defRPr sz="1500">
                <a:solidFill>
                  <a:srgbClr val="F3F4F6"/>
                </a:solidFill>
                <a:latin typeface="Segoe UI"/>
              </a:defRPr>
            </a:pPr>
            <a:r>
              <a:t>• Hết hạn sau 30 phút không tương tác, hoặc bị xóa ngay khi người dùng đăng xuất.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&gt;_ REDIS CLI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Lưu trữ phiên đăng nhập chi tiết dưới dạng Hash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HSET session:user:le_ngoc_anh userId "5" roleName "Customer" fullName "Le Ngoc Anh"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Đặt thời gian hết hạn session là 30 phút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EXPIRE session:user:le_ngoc_anh 1800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Consolas"/>
              </a:defRPr>
            </a:pPr>
            <a:r>
              <a:t># Xóa session khi người dùng bấm Đăng xuất</a:t>
            </a:r>
          </a:p>
          <a:p>
            <a:pPr>
              <a:spcAft>
                <a:spcPts val="400"/>
              </a:spcAft>
              <a:defRPr sz="1200">
                <a:solidFill>
                  <a:srgbClr val="F3F4F6"/>
                </a:solidFill>
                <a:latin typeface="Consolas"/>
              </a:defRPr>
            </a:pPr>
            <a:r>
              <a:t>DEL session:user:le_ngoc_anh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BÁO CÁO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11D48"/>
                </a:solidFill>
                <a:latin typeface="Segoe UI"/>
              </a:defRPr>
            </a:pPr>
            <a:r>
              <a:t>Tổng Kết Hiệu Quả Ứng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Những giá trị cốt lõi mang lại cho dự án: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Tối ưu hiệu năng: Tốc độ phản hồi các chức năng tạm thời tăng vọt nhờ xử lý trên RAM (&lt;1ms).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Đảm bảo an toàn: Cơ chế khóa ghế nguyên tử (Atomic Lock) xóa bỏ hoàn toàn rủi ro đặt trùng ghế.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Tiết kiệm tài nguyên: Khả năng tự động thu hồi dữ liệu của TTL giúp quản lý RAM tối ưu.</a:t>
            </a:r>
          </a:p>
          <a:p>
            <a:pPr>
              <a:spcAft>
                <a:spcPts val="1200"/>
              </a:spcAft>
              <a:defRPr sz="1600">
                <a:solidFill>
                  <a:srgbClr val="F3F4F6"/>
                </a:solidFill>
                <a:latin typeface="Segoe UI"/>
              </a:defRPr>
            </a:pPr>
            <a:r>
              <a:t>✔ Kiến trúc chuyên nghiệp: Đạt chuẩn thiết kế đa lưu trữ (Polyglot Persistence) hiện đại.</a:t>
            </a:r>
          </a:p>
          <a:p>
            <a:pPr>
              <a:spcBef>
                <a:spcPts val="3000"/>
              </a:spcBef>
              <a:defRPr sz="2000" b="1" i="1">
                <a:solidFill>
                  <a:srgbClr val="E11D48"/>
                </a:solidFill>
                <a:latin typeface="Segoe UI"/>
              </a:defRPr>
            </a:pPr>
            <a:r>
              <a:t>Cảm ơn Cô và các Bạn đã lắng nghe phần trình bày về Redis!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